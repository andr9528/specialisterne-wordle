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8" r:id="rId3"/>
    <p:sldId id="262" r:id="rId4"/>
    <p:sldId id="259" r:id="rId5"/>
    <p:sldId id="261" r:id="rId6"/>
    <p:sldId id="260" r:id="rId7"/>
    <p:sldId id="25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4316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572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1815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089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38349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6902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506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125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87416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0472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4308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5660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1757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63454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3762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739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A98A8-0192-4EBD-8801-AA00757C12DE}" type="datetimeFigureOut">
              <a:rPr lang="da-DK" smtClean="0"/>
              <a:t>20-02-2026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4FE36DB-344B-499B-880C-E22FF9493C7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6143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1CA021-AA7C-B37C-4844-6E82601D6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 err="1"/>
              <a:t>Wordle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F470473-B0CE-2CB7-05A9-ED8887D5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Kravspecifikation</a:t>
            </a:r>
          </a:p>
          <a:p>
            <a:r>
              <a:rPr lang="da-DK" dirty="0"/>
              <a:t>Frameworks</a:t>
            </a:r>
          </a:p>
          <a:p>
            <a:r>
              <a:rPr lang="en-US" dirty="0"/>
              <a:t>Architecture</a:t>
            </a:r>
          </a:p>
          <a:p>
            <a:r>
              <a:rPr lang="da-DK" dirty="0"/>
              <a:t>Kode </a:t>
            </a:r>
            <a:r>
              <a:rPr lang="da-DK" dirty="0" err="1"/>
              <a:t>Snippets</a:t>
            </a:r>
            <a:endParaRPr lang="da-DK" dirty="0"/>
          </a:p>
          <a:p>
            <a:r>
              <a:rPr lang="da-DK" dirty="0"/>
              <a:t>GitHub</a:t>
            </a:r>
          </a:p>
          <a:p>
            <a:r>
              <a:rPr lang="da-DK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28690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EBF9DC-3BFF-0661-CC29-BA8F874E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Kravspecifikation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48C5D3D-2E8D-1995-1E7E-03381784B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b="1" dirty="0"/>
              <a:t>Funktionelle krav:</a:t>
            </a:r>
            <a:endParaRPr lang="da-DK" dirty="0"/>
          </a:p>
          <a:p>
            <a:pPr lvl="1"/>
            <a:r>
              <a:rPr lang="da-DK" b="1" dirty="0"/>
              <a:t>5 Bogstaver per ord.</a:t>
            </a:r>
          </a:p>
          <a:p>
            <a:pPr lvl="1"/>
            <a:r>
              <a:rPr lang="da-DK" b="1" dirty="0"/>
              <a:t>6 Forsøg.</a:t>
            </a:r>
          </a:p>
          <a:p>
            <a:pPr lvl="1"/>
            <a:r>
              <a:rPr lang="da-DK" b="1" dirty="0"/>
              <a:t>Korrektheds indikator for bogstaver.</a:t>
            </a:r>
            <a:endParaRPr lang="da-DK" dirty="0"/>
          </a:p>
          <a:p>
            <a:r>
              <a:rPr lang="da-DK" b="1" dirty="0"/>
              <a:t>Ikke-funktionelle krav: </a:t>
            </a:r>
            <a:endParaRPr lang="da-DK" dirty="0"/>
          </a:p>
          <a:p>
            <a:pPr lvl="1"/>
            <a:r>
              <a:rPr lang="da-DK" b="1" dirty="0"/>
              <a:t>Robust, Stabilt, Effektivt og Brugervenligt. </a:t>
            </a:r>
            <a:endParaRPr lang="da-DK" dirty="0"/>
          </a:p>
          <a:p>
            <a:pPr lvl="1"/>
            <a:r>
              <a:rPr lang="da-DK" b="1" dirty="0"/>
              <a:t>DRY, AAA &amp; SOLID-principperne.</a:t>
            </a: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97071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12DC18-47A6-4493-7692-140544DF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Frameworks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3B42BFB-6605-64B1-7721-EA872FF83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b="1" dirty="0"/>
              <a:t>Uno Platform – </a:t>
            </a:r>
            <a:r>
              <a:rPr lang="da-DK" b="1" dirty="0" err="1"/>
              <a:t>Frontend</a:t>
            </a:r>
            <a:r>
              <a:rPr lang="da-DK" b="1" dirty="0"/>
              <a:t> Framework</a:t>
            </a:r>
            <a:endParaRPr lang="da-DK" dirty="0"/>
          </a:p>
          <a:p>
            <a:pPr lvl="0"/>
            <a:r>
              <a:rPr lang="en-US" b="1" dirty="0"/>
              <a:t>Entity Framework Core – ORM -&gt; SQLite Database</a:t>
            </a:r>
            <a:endParaRPr lang="da-DK" dirty="0"/>
          </a:p>
          <a:p>
            <a:pPr lvl="0"/>
            <a:r>
              <a:rPr lang="en-US" b="1" dirty="0" err="1"/>
              <a:t>NUnit</a:t>
            </a:r>
            <a:r>
              <a:rPr lang="en-US" b="1" dirty="0"/>
              <a:t> – Test Framework</a:t>
            </a:r>
            <a:endParaRPr lang="da-DK" dirty="0"/>
          </a:p>
          <a:p>
            <a:pPr lvl="0"/>
            <a:r>
              <a:rPr lang="en-US" b="1" dirty="0" err="1"/>
              <a:t>Moq</a:t>
            </a:r>
            <a:r>
              <a:rPr lang="en-US" b="1" dirty="0"/>
              <a:t> – Mocking Framework for Tests</a:t>
            </a:r>
            <a:endParaRPr lang="da-DK" dirty="0"/>
          </a:p>
          <a:p>
            <a:r>
              <a:rPr lang="en-US" b="1" dirty="0" err="1"/>
              <a:t>Fluents</a:t>
            </a:r>
            <a:r>
              <a:rPr lang="en-US" b="1" dirty="0"/>
              <a:t> Assertions – Test Readability Framework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2464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0A61547-2555-4DE2-A37F-A53E54917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2447E0-8F0D-479C-94E4-82BC8EB68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943397-DCDD-44CB-BBA9-9510B769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E2630ADC-31DB-4C48-AC4A-DAAE5A7B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2CA5C44E-F54E-47E0-8989-4D8686B33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F54E15E-830B-4375-A239-4C51954DE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CB37E322-FF7E-4872-BD6B-50A48CBEA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710D0C1E-D2F8-45B2-AE14-1AC8E976F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3216331B-17D0-4167-ABD2-B2198058C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53A7A96-3806-4BB3-91DE-6EED48AC7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F8C2B86C-EE71-466E-8991-503F9C9C1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AD93A31-CCCB-FE08-1E5B-70C73535C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8" y="4473225"/>
            <a:ext cx="8288035" cy="10950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/>
              <a:t>Architecture</a:t>
            </a:r>
          </a:p>
        </p:txBody>
      </p:sp>
      <p:pic>
        <p:nvPicPr>
          <p:cNvPr id="5" name="Billede 4" descr="Et billede, der indeholder tekst, Font/skrifttype, skærmbillede, design&#10;&#10;AI-genereret indhold kan være ukorrekt.">
            <a:extLst>
              <a:ext uri="{FF2B5EF4-FFF2-40B4-BE49-F238E27FC236}">
                <a16:creationId xmlns:a16="http://schemas.microsoft.com/office/drawing/2014/main" id="{D9D0E620-31EC-72D2-6D95-B221C95100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571"/>
          <a:stretch>
            <a:fillRect/>
          </a:stretch>
        </p:blipFill>
        <p:spPr>
          <a:xfrm>
            <a:off x="1657198" y="934221"/>
            <a:ext cx="2687251" cy="3317736"/>
          </a:xfrm>
          <a:prstGeom prst="rect">
            <a:avLst/>
          </a:prstGeom>
        </p:spPr>
      </p:pic>
      <p:pic>
        <p:nvPicPr>
          <p:cNvPr id="7" name="Pladsholder til indhold 6" descr="Et billede, der indeholder tekst, diagram, skærmbillede, Plan&#10;&#10;AI-genereret indhold kan være ukorrekt.">
            <a:extLst>
              <a:ext uri="{FF2B5EF4-FFF2-40B4-BE49-F238E27FC236}">
                <a16:creationId xmlns:a16="http://schemas.microsoft.com/office/drawing/2014/main" id="{394580E6-B89D-41A3-31C1-FB09A787A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44284" y="966091"/>
            <a:ext cx="4029717" cy="325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8AD5DB-A742-9165-F8F2-613302406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Kode </a:t>
            </a:r>
            <a:r>
              <a:rPr lang="da-DK" dirty="0" err="1"/>
              <a:t>Snippets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C4269D6C-A45D-39A5-96DE-AB4C4380D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5" y="2440182"/>
            <a:ext cx="2771775" cy="190500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AD570C8B-C99C-4E87-FD40-73B383618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970055"/>
            <a:ext cx="4619625" cy="161925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8DB484FA-F275-78BD-E64C-E7B2EBACF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3223165"/>
            <a:ext cx="6667500" cy="161925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59F514D4-42C7-1F7A-7713-5EDDDF6D7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625" y="2226323"/>
            <a:ext cx="2952750" cy="161925"/>
          </a:xfrm>
          <a:prstGeom prst="rect">
            <a:avLst/>
          </a:prstGeom>
        </p:spPr>
      </p:pic>
      <p:sp>
        <p:nvSpPr>
          <p:cNvPr id="12" name="Pladsholder til indhold 2">
            <a:extLst>
              <a:ext uri="{FF2B5EF4-FFF2-40B4-BE49-F238E27FC236}">
                <a16:creationId xmlns:a16="http://schemas.microsoft.com/office/drawing/2014/main" id="{3DD83E5F-471B-EDF8-0509-EFFB87FFC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/>
          <a:lstStyle/>
          <a:p>
            <a:r>
              <a:rPr lang="en-US" dirty="0"/>
              <a:t>Entities</a:t>
            </a:r>
          </a:p>
          <a:p>
            <a:pPr lvl="1"/>
            <a:r>
              <a:rPr lang="en-US" dirty="0" err="1"/>
              <a:t>ISearchable</a:t>
            </a:r>
            <a:r>
              <a:rPr lang="en-US" dirty="0"/>
              <a:t>, </a:t>
            </a:r>
            <a:r>
              <a:rPr lang="en-US" dirty="0" err="1"/>
              <a:t>IEntity</a:t>
            </a:r>
            <a:endParaRPr lang="en-US" dirty="0"/>
          </a:p>
          <a:p>
            <a:pPr lvl="1"/>
            <a:r>
              <a:rPr lang="en-US" dirty="0"/>
              <a:t>Searchable, Entity, </a:t>
            </a:r>
          </a:p>
          <a:p>
            <a:pPr lvl="1"/>
            <a:r>
              <a:rPr lang="en-US" dirty="0"/>
              <a:t>Configuration, Query Service</a:t>
            </a:r>
          </a:p>
          <a:p>
            <a:r>
              <a:rPr lang="en-US" dirty="0"/>
              <a:t>Startup</a:t>
            </a:r>
          </a:p>
          <a:p>
            <a:r>
              <a:rPr lang="en-US" dirty="0"/>
              <a:t>Servicer</a:t>
            </a:r>
            <a:endParaRPr lang="da-DK" dirty="0"/>
          </a:p>
        </p:txBody>
      </p:sp>
      <p:pic>
        <p:nvPicPr>
          <p:cNvPr id="14" name="Billede 13" descr="Et billede, der indeholder tekst, Font/skrifttype, skærmbillede&#10;&#10;AI-genereret indhold kan være ukorrekt.">
            <a:extLst>
              <a:ext uri="{FF2B5EF4-FFF2-40B4-BE49-F238E27FC236}">
                <a16:creationId xmlns:a16="http://schemas.microsoft.com/office/drawing/2014/main" id="{BBAFBC52-C30B-CAC2-9018-C9DCED89D2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625" y="3512062"/>
            <a:ext cx="1266825" cy="685800"/>
          </a:xfrm>
          <a:prstGeom prst="rect">
            <a:avLst/>
          </a:prstGeom>
        </p:spPr>
      </p:pic>
      <p:pic>
        <p:nvPicPr>
          <p:cNvPr id="16" name="Billede 15" descr="Et billede, der indeholder tekst, Font/skrifttype, skærmbillede&#10;&#10;AI-genereret indhold kan være ukorrekt.">
            <a:extLst>
              <a:ext uri="{FF2B5EF4-FFF2-40B4-BE49-F238E27FC236}">
                <a16:creationId xmlns:a16="http://schemas.microsoft.com/office/drawing/2014/main" id="{6B870A5C-F266-7E85-533E-691606DAA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5512" y="3512062"/>
            <a:ext cx="1307591" cy="685800"/>
          </a:xfrm>
          <a:prstGeom prst="rect">
            <a:avLst/>
          </a:prstGeom>
        </p:spPr>
      </p:pic>
      <p:pic>
        <p:nvPicPr>
          <p:cNvPr id="18" name="Billede 17">
            <a:extLst>
              <a:ext uri="{FF2B5EF4-FFF2-40B4-BE49-F238E27FC236}">
                <a16:creationId xmlns:a16="http://schemas.microsoft.com/office/drawing/2014/main" id="{491E98F8-14B9-907D-F946-72E3FA6677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9625" y="2707801"/>
            <a:ext cx="6448425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98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D34853-21C2-4321-AF0B-722F7E6C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217538" cy="1320800"/>
          </a:xfrm>
        </p:spPr>
        <p:txBody>
          <a:bodyPr>
            <a:normAutofit/>
          </a:bodyPr>
          <a:lstStyle/>
          <a:p>
            <a:r>
              <a:rPr lang="da-DK" dirty="0"/>
              <a:t>GitHub</a:t>
            </a:r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id="{F19F8C88-9B7E-4596-8D09-DF90F41CA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A5F0549-C73C-0A3A-66C2-9699C74DB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263" y="2160589"/>
            <a:ext cx="5211607" cy="3880773"/>
          </a:xfrm>
        </p:spPr>
        <p:txBody>
          <a:bodyPr>
            <a:normAutofit/>
          </a:bodyPr>
          <a:lstStyle/>
          <a:p>
            <a:r>
              <a:rPr lang="en-US" dirty="0"/>
              <a:t>Readme Fil</a:t>
            </a:r>
          </a:p>
          <a:p>
            <a:r>
              <a:rPr lang="en-US" dirty="0"/>
              <a:t>Actions</a:t>
            </a:r>
          </a:p>
          <a:p>
            <a:r>
              <a:rPr lang="en-US" dirty="0"/>
              <a:t>Release</a:t>
            </a:r>
          </a:p>
          <a:p>
            <a:r>
              <a:rPr lang="en-US" dirty="0"/>
              <a:t>AI </a:t>
            </a:r>
            <a:r>
              <a:rPr lang="en-US" dirty="0" err="1"/>
              <a:t>Hjælp</a:t>
            </a:r>
            <a:endParaRPr lang="en-US" dirty="0"/>
          </a:p>
          <a:p>
            <a:r>
              <a:rPr lang="en-US" dirty="0" err="1"/>
              <a:t>Tidligere</a:t>
            </a:r>
            <a:r>
              <a:rPr lang="en-US" dirty="0"/>
              <a:t> </a:t>
            </a:r>
            <a:r>
              <a:rPr lang="en-US" dirty="0" err="1"/>
              <a:t>Projekter</a:t>
            </a:r>
            <a:endParaRPr lang="en-US" dirty="0"/>
          </a:p>
        </p:txBody>
      </p:sp>
      <p:pic>
        <p:nvPicPr>
          <p:cNvPr id="5" name="Pladsholder til indhold 4" descr="Et billede, der indeholder tekst, skærmbillede, Font/skrifttype">
            <a:extLst>
              <a:ext uri="{FF2B5EF4-FFF2-40B4-BE49-F238E27FC236}">
                <a16:creationId xmlns:a16="http://schemas.microsoft.com/office/drawing/2014/main" id="{592FFCCB-C765-2E2C-26F8-698C2F40D7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" b="11174"/>
          <a:stretch>
            <a:fillRect/>
          </a:stretch>
        </p:blipFill>
        <p:spPr>
          <a:xfrm>
            <a:off x="6128465" y="609600"/>
            <a:ext cx="3145536" cy="1702963"/>
          </a:xfrm>
          <a:prstGeom prst="rect">
            <a:avLst/>
          </a:prstGeom>
        </p:spPr>
      </p:pic>
      <p:pic>
        <p:nvPicPr>
          <p:cNvPr id="9" name="Billede 8" descr="Et billede, der indeholder tekst, skærmbillede, Font/skrifttype&#10;&#10;AI-genereret indhold kan være ukorrekt.">
            <a:extLst>
              <a:ext uri="{FF2B5EF4-FFF2-40B4-BE49-F238E27FC236}">
                <a16:creationId xmlns:a16="http://schemas.microsoft.com/office/drawing/2014/main" id="{EDB4CF3E-8722-D717-D65E-DCBA62FE7C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5202"/>
          <a:stretch>
            <a:fillRect/>
          </a:stretch>
        </p:blipFill>
        <p:spPr>
          <a:xfrm>
            <a:off x="6096000" y="4389151"/>
            <a:ext cx="3145536" cy="1702963"/>
          </a:xfrm>
          <a:prstGeom prst="rect">
            <a:avLst/>
          </a:prstGeom>
        </p:spPr>
      </p:pic>
      <p:pic>
        <p:nvPicPr>
          <p:cNvPr id="7" name="Billede 6" descr="Et billede, der indeholder tekst, skærmbillede, Font/skrifttype, software&#10;&#10;AI-genereret indhold kan være ukorrekt.">
            <a:extLst>
              <a:ext uri="{FF2B5EF4-FFF2-40B4-BE49-F238E27FC236}">
                <a16:creationId xmlns:a16="http://schemas.microsoft.com/office/drawing/2014/main" id="{48ED9F42-7842-3B2A-1FD5-9C26A7ECC1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404" b="-4"/>
          <a:stretch>
            <a:fillRect/>
          </a:stretch>
        </p:blipFill>
        <p:spPr>
          <a:xfrm>
            <a:off x="6096000" y="2499091"/>
            <a:ext cx="3145536" cy="170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26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8C8D4B-7DB1-3D4A-1AE0-2AA32DB7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Demo!</a:t>
            </a:r>
          </a:p>
        </p:txBody>
      </p:sp>
      <p:pic>
        <p:nvPicPr>
          <p:cNvPr id="5" name="Pladsholder til indhold 4" descr="Et billede, der indeholder tekst, skærmbillede, software, Multimediesoftware&#10;&#10;AI-genereret indhold kan være ukorrekt.">
            <a:extLst>
              <a:ext uri="{FF2B5EF4-FFF2-40B4-BE49-F238E27FC236}">
                <a16:creationId xmlns:a16="http://schemas.microsoft.com/office/drawing/2014/main" id="{CF75055E-222F-92FD-89C6-75A2EB2DA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960" y="2160588"/>
            <a:ext cx="6738118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5345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100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Wordle</vt:lpstr>
      <vt:lpstr>Kravspecifikation </vt:lpstr>
      <vt:lpstr>Frameworks</vt:lpstr>
      <vt:lpstr>Architecture</vt:lpstr>
      <vt:lpstr>Kode Snippets</vt:lpstr>
      <vt:lpstr>GitHub</vt:lpstr>
      <vt:lpstr>Demo!</vt:lpstr>
    </vt:vector>
  </TitlesOfParts>
  <Company>Specialisterne DK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Steenhoff Madsen</dc:creator>
  <cp:lastModifiedBy>André Steenhoff Madsen</cp:lastModifiedBy>
  <cp:revision>4</cp:revision>
  <dcterms:created xsi:type="dcterms:W3CDTF">2026-02-20T09:35:35Z</dcterms:created>
  <dcterms:modified xsi:type="dcterms:W3CDTF">2026-02-20T11:33:38Z</dcterms:modified>
</cp:coreProperties>
</file>